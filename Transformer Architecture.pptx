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C816D-8E24-1392-BB45-238ABF3C6554}" v="588" dt="2026-04-26T18:39:06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Transformer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Nov 2022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68AD-285C-2035-37D2-35D9A7D0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Transformer Encoder       Transformer </a:t>
            </a:r>
            <a:r>
              <a:rPr lang="en-US" dirty="0"/>
              <a:t>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97F15-B392-69C6-DB89-9BC6EA583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23" y="1710607"/>
            <a:ext cx="11119448" cy="491205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                                                                     cross atte</a:t>
            </a:r>
            <a:r>
              <a:rPr lang="en-US" dirty="0"/>
              <a:t>ntion</a:t>
            </a:r>
          </a:p>
          <a:p>
            <a:r>
              <a:rPr lang="en-US" dirty="0"/>
              <a:t>             </a:t>
            </a:r>
            <a:r>
              <a:rPr lang="en-US" dirty="0" err="1"/>
              <a:t>Bjbjkbjkbjkbjkbjkbjk</a:t>
            </a:r>
            <a:r>
              <a:rPr lang="en-US" dirty="0"/>
              <a:t>                                                                                                              Toke        Token Gen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                                            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/>
              <a:t>            Bidirectional                                                                                Generative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6DF3C9-AF52-8FE1-1BD3-CCD36D23F943}"/>
              </a:ext>
            </a:extLst>
          </p:cNvPr>
          <p:cNvSpPr/>
          <p:nvPr/>
        </p:nvSpPr>
        <p:spPr>
          <a:xfrm>
            <a:off x="1334219" y="1457864"/>
            <a:ext cx="2955985" cy="41924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self-attention</a:t>
            </a:r>
          </a:p>
          <a:p>
            <a:pPr algn="ctr"/>
            <a:endParaRPr lang="en-US" dirty="0"/>
          </a:p>
          <a:p>
            <a:pPr algn="ctr"/>
            <a:r>
              <a:rPr lang="en-US"/>
              <a:t>masked-attention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Positional </a:t>
            </a:r>
            <a:r>
              <a:rPr lang="en-US"/>
              <a:t>Understanding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7603EB-459B-A2E1-E4DC-8AA77E0017B2}"/>
              </a:ext>
            </a:extLst>
          </p:cNvPr>
          <p:cNvSpPr/>
          <p:nvPr/>
        </p:nvSpPr>
        <p:spPr>
          <a:xfrm>
            <a:off x="7210405" y="1454669"/>
            <a:ext cx="2934577" cy="41908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self-attention</a:t>
            </a:r>
          </a:p>
          <a:p>
            <a:pPr algn="ctr"/>
            <a:endParaRPr lang="en-US" dirty="0"/>
          </a:p>
          <a:p>
            <a:pPr algn="ctr"/>
            <a:r>
              <a:rPr lang="en-US"/>
              <a:t>matrix calculation</a:t>
            </a:r>
          </a:p>
          <a:p>
            <a:pPr algn="ctr"/>
            <a:r>
              <a:rPr lang="en-US"/>
              <a:t>logits</a:t>
            </a:r>
            <a:endParaRPr lang="en-US" dirty="0"/>
          </a:p>
          <a:p>
            <a:pPr algn="ctr"/>
            <a:r>
              <a:rPr lang="en-US"/>
              <a:t>Top-k</a:t>
            </a:r>
            <a:endParaRPr lang="en-US" dirty="0"/>
          </a:p>
          <a:p>
            <a:pPr algn="ctr"/>
            <a:r>
              <a:rPr lang="en-US"/>
              <a:t>Temperature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37C186-1162-9C61-6655-D46C9A634B22}"/>
              </a:ext>
            </a:extLst>
          </p:cNvPr>
          <p:cNvSpPr/>
          <p:nvPr/>
        </p:nvSpPr>
        <p:spPr>
          <a:xfrm>
            <a:off x="2175774" y="4358576"/>
            <a:ext cx="1253066" cy="6265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452CB-5106-2D99-7961-4E82BEA1B37B}"/>
              </a:ext>
            </a:extLst>
          </p:cNvPr>
          <p:cNvSpPr/>
          <p:nvPr/>
        </p:nvSpPr>
        <p:spPr>
          <a:xfrm>
            <a:off x="7871443" y="4354423"/>
            <a:ext cx="1542851" cy="3287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Top-p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E7657F-1CF2-EC98-391F-C8025214002B}"/>
              </a:ext>
            </a:extLst>
          </p:cNvPr>
          <p:cNvCxnSpPr/>
          <p:nvPr/>
        </p:nvCxnSpPr>
        <p:spPr>
          <a:xfrm>
            <a:off x="3425644" y="4588934"/>
            <a:ext cx="4443243" cy="19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B62D0B-B3F7-D3C1-3CDC-E7D95D3F45E7}"/>
              </a:ext>
            </a:extLst>
          </p:cNvPr>
          <p:cNvCxnSpPr/>
          <p:nvPr/>
        </p:nvCxnSpPr>
        <p:spPr>
          <a:xfrm flipH="1" flipV="1">
            <a:off x="8617468" y="4035883"/>
            <a:ext cx="98085" cy="304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4C3E3D-0D35-2866-732B-1CA765480819}"/>
              </a:ext>
            </a:extLst>
          </p:cNvPr>
          <p:cNvCxnSpPr/>
          <p:nvPr/>
        </p:nvCxnSpPr>
        <p:spPr>
          <a:xfrm>
            <a:off x="9420044" y="4670085"/>
            <a:ext cx="1083733" cy="169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872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Transformer Architecture</vt:lpstr>
      <vt:lpstr>Transformer Encoder       Transformer Decoder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120</cp:revision>
  <dcterms:created xsi:type="dcterms:W3CDTF">2026-04-26T18:18:21Z</dcterms:created>
  <dcterms:modified xsi:type="dcterms:W3CDTF">2026-04-26T18:39:55Z</dcterms:modified>
</cp:coreProperties>
</file>